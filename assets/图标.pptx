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C57"/>
    <a:srgbClr val="000D2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381000"/>
            <a:ext cx="12192000" cy="6096000"/>
            <a:chOff x="0" y="600"/>
            <a:chExt cx="19200" cy="9600"/>
          </a:xfrm>
        </p:grpSpPr>
        <p:pic>
          <p:nvPicPr>
            <p:cNvPr id="5" name="图片 4" descr="buaa_python_advanced_bas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600"/>
              <a:ext cx="19200" cy="960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581" y="2917"/>
              <a:ext cx="8112" cy="2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6000">
                  <a:solidFill>
                    <a:schemeClr val="bg1"/>
                  </a:solidFill>
                  <a:latin typeface="汉仪铸字美心体" panose="00020600040101010101" charset="-122"/>
                  <a:ea typeface="汉仪铸字美心体" panose="00020600040101010101" charset="-122"/>
                  <a:cs typeface="汉仪铸字美心体" panose="00020600040101010101" charset="-122"/>
                </a:rPr>
                <a:t>Py</a:t>
              </a:r>
              <a:r>
                <a:rPr lang="en-US" altLang="zh-CN" sz="6000">
                  <a:solidFill>
                    <a:schemeClr val="bg1"/>
                  </a:solidFill>
                  <a:latin typeface="汉仪铸字美心体" panose="00020600040101010101" charset="-122"/>
                  <a:ea typeface="汉仪铸字美心体" panose="00020600040101010101" charset="-122"/>
                  <a:cs typeface="汉仪铸字美心体" panose="00020600040101010101" charset="-122"/>
                </a:rPr>
                <a:t>thon</a:t>
              </a:r>
              <a:r>
                <a:rPr lang="zh-CN" altLang="en-US" sz="6000">
                  <a:solidFill>
                    <a:schemeClr val="bg1"/>
                  </a:solidFill>
                  <a:latin typeface="汉仪铸字美心体" panose="00020600040101010101" charset="-122"/>
                  <a:ea typeface="汉仪铸字美心体" panose="00020600040101010101" charset="-122"/>
                  <a:cs typeface="汉仪铸字美心体" panose="00020600040101010101" charset="-122"/>
                </a:rPr>
                <a:t>进阶</a:t>
              </a:r>
              <a:endParaRPr lang="zh-CN" altLang="en-US" sz="6000">
                <a:solidFill>
                  <a:schemeClr val="bg1"/>
                </a:solidFill>
                <a:latin typeface="汉仪铸字美心体" panose="00020600040101010101" charset="-122"/>
                <a:ea typeface="汉仪铸字美心体" panose="00020600040101010101" charset="-122"/>
                <a:cs typeface="汉仪铸字美心体" panose="00020600040101010101" charset="-122"/>
              </a:endParaRPr>
            </a:p>
            <a:p>
              <a:pPr algn="l"/>
              <a:endParaRPr lang="en-US" altLang="zh-CN" sz="2000">
                <a:solidFill>
                  <a:schemeClr val="bg1"/>
                </a:solidFill>
                <a:latin typeface="华康俪金黑W8(P)" panose="020B0800000000000000" charset="-122"/>
                <a:ea typeface="华康俪金黑W8(P)" panose="020B0800000000000000" charset="-122"/>
                <a:cs typeface="华康俪金黑W8(P)" panose="020B0800000000000000" charset="-122"/>
              </a:endParaRPr>
            </a:p>
            <a:p>
              <a:pPr algn="l"/>
              <a:r>
                <a:rPr lang="zh-CN" altLang="en-US" sz="3200">
                  <a:solidFill>
                    <a:schemeClr val="bg1"/>
                  </a:solidFill>
                  <a:latin typeface="华康俪金黑W8(P)" panose="020B0800000000000000" charset="-122"/>
                  <a:ea typeface="华康俪金黑W8(P)" panose="020B0800000000000000" charset="-122"/>
                  <a:cs typeface="华康俪金黑W8(P)" panose="020B0800000000000000" charset="-122"/>
                </a:rPr>
                <a:t>计算机学院</a:t>
              </a:r>
              <a:r>
                <a:rPr lang="en-US" altLang="zh-CN" sz="3200">
                  <a:solidFill>
                    <a:schemeClr val="bg1"/>
                  </a:solidFill>
                  <a:latin typeface="华康俪金黑W8(P)" panose="020B0800000000000000" charset="-122"/>
                  <a:ea typeface="华康俪金黑W8(P)" panose="020B0800000000000000" charset="-122"/>
                  <a:cs typeface="华康俪金黑W8(P)" panose="020B0800000000000000" charset="-122"/>
                </a:rPr>
                <a:t>·2026</a:t>
              </a:r>
              <a:r>
                <a:rPr lang="zh-CN" altLang="en-US" sz="3200">
                  <a:solidFill>
                    <a:schemeClr val="bg1"/>
                  </a:solidFill>
                  <a:latin typeface="华康俪金黑W8(P)" panose="020B0800000000000000" charset="-122"/>
                  <a:ea typeface="华康俪金黑W8(P)" panose="020B0800000000000000" charset="-122"/>
                  <a:cs typeface="华康俪金黑W8(P)" panose="020B0800000000000000" charset="-122"/>
                </a:rPr>
                <a:t>年秋</a:t>
              </a:r>
              <a:endParaRPr lang="zh-CN" altLang="en-US" sz="3200">
                <a:solidFill>
                  <a:schemeClr val="bg1"/>
                </a:solidFill>
                <a:latin typeface="华康俪金黑W8(P)" panose="020B0800000000000000" charset="-122"/>
                <a:ea typeface="华康俪金黑W8(P)" panose="020B0800000000000000" charset="-122"/>
                <a:cs typeface="华康俪金黑W8(P)" panose="020B0800000000000000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文字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汉仪书宋二KW</vt:lpstr>
      <vt:lpstr>宋体</vt:lpstr>
      <vt:lpstr>Arial Unicode MS</vt:lpstr>
      <vt:lpstr>汉仪铸字美心体</vt:lpstr>
      <vt:lpstr>华康俪金黑W8(P)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陈佳辉</cp:lastModifiedBy>
  <cp:revision>164</cp:revision>
  <dcterms:created xsi:type="dcterms:W3CDTF">2026-07-21T11:11:38Z</dcterms:created>
  <dcterms:modified xsi:type="dcterms:W3CDTF">2026-07-21T11:11:38Z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2A9F65047419E02656515F6A42EDAEC6_41</vt:lpwstr>
  </property>
</Properties>
</file>